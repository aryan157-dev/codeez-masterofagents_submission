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F4444"/>
                </a:solidFill>
                <a:latin typeface="Calibri"/>
              </a:rPr>
              <a:t>Precision-Nutrition Startups and Biotech Workforce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Exploring North America's precision-nutrition startups driving biotech workforce growth and deep-tech innovation for strategic investment.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Market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North America accounts for 50% of global precision nutrition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Growth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Canada's precision nutrition market projected to grow at 18.2% CAGR from 2025 to 2032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Investment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U.S. leads the global market with 39% of global revenue in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Innovation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Key innovation hubs include Boston/Cambridge and San Francisco Bay Area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Segmentation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Market expanding through AI-driven platforms, biomarker-based services, and functional supplements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2C2C2C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to Precision Nutrition and Biotech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Precision nutrition involves personalized dietary recommendations based on genetic profiles and health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Precision nutrition has applications in chronic disease management and prevention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Biotech workforce creation is crucial for the growth of the precision nutrition industry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Innovation hubs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Boston/Cambridge and San Francisco Bay Area are key hubs for precision nutrition innovation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Investment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Strong investment ecosystem supports the growth of precision nutrition startups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Precision Nutrition Market Analysis: North America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3621024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21024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21024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483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0A0A0"/>
                </a:solidFill>
                <a:latin typeface="Calibri"/>
              </a:rPr>
              <a:t>MARKET SHARE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072384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35753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U.S. accounts for 39% of global precision nutrition revenue in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3209544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240715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1143000"/>
            <a:ext cx="3621024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4" y="1097280"/>
            <a:ext cx="3621024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15384" y="1097280"/>
            <a:ext cx="3621024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298448"/>
            <a:ext cx="3483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0A0A0"/>
                </a:solidFill>
                <a:latin typeface="Calibri"/>
              </a:rPr>
              <a:t>GROWTH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9704" y="1828800"/>
            <a:ext cx="3072384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1874520"/>
            <a:ext cx="35753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Canada's precision nutrition market projected to grow at 18.2% CAGR from 2025 to 2032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4" y="3566160"/>
            <a:ext cx="3209544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43984" y="3566160"/>
            <a:ext cx="2086203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1143000"/>
            <a:ext cx="3621024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73568" y="1097280"/>
            <a:ext cx="3621024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1097280"/>
            <a:ext cx="3621024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1298448"/>
            <a:ext cx="3483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0A0A0"/>
                </a:solidFill>
                <a:latin typeface="Calibri"/>
              </a:rPr>
              <a:t>REVENUE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7888" y="1828800"/>
            <a:ext cx="3072384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874520"/>
            <a:ext cx="35753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North America accounts for up to 50% of global precision nutrition revenue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2168" y="3566160"/>
            <a:ext cx="3209544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02168" y="3566160"/>
            <a:ext cx="1765249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North America Precision Nutrition Market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2024 MARKET SHARE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PROJECTED CAGR (2025–2032)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PROJECTED MARKET VALUE BY 2032 (USD MILLION)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Calibri"/>
              </a:rPr>
              <a:t>United States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81.0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15.3 %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5 469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Calibri"/>
              </a:rPr>
              <a:t>Canada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10.3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18.2 %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N/A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Calibri"/>
              </a:rPr>
              <a:t>Mexico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N/A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17.3 %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160520"/>
            <a:ext cx="11457432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16052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23367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3 records  ·  4 metrics  ·  Source: Document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Personalized Nutrition Market Growth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Investment Landscape and Capital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U.S. investment: Strong investment ecosystem supports precision nutrition startups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54396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Canadian investment: Canada's precision nutrition market attracts significant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54396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Challenges: High costs and regulatory hurdles hinder investment in precision nutrition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Opportunities: Growing demand for personalized nutrition drives investment opportunities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651760"/>
            <a:ext cx="5454396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2651760"/>
            <a:ext cx="64008" cy="8046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Partnerships: Collaborations between startups and established companies drive innovation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3566160"/>
            <a:ext cx="5454396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7356" y="3566160"/>
            <a:ext cx="64008" cy="8046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1948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Funding: Government funding and grants support precision nutrition research and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Technological Drivers and Innovation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F4444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AI drives personalized nutrition 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C2C2C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Genomics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Genetic profiles inform personalized nutrition plans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Digital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Digital health platforms support precision nutrition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Biomarkers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Biomarker-based services enable targeted nutrition interventions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Functional supplements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Functional supplements support personalized nutrition plans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2C2C2C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Biotech Workforce Demands and Talent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Workforce demands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Growing demand for skilled biotech professionals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Talent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Strong academic and research institutions support biotech workforce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Skills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Skills gap in data analysis and interpretation hinders biotech workforce growth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Training programs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Training programs and workshops support biotech workforce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Partnerships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Collaborations between industry and academia drive biotech workforce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C2C2C"/>
                </a:solidFill>
                <a:latin typeface="Calibri"/>
              </a:rPr>
              <a:t>Precision Nutrition Market to Reach $150 Million by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Calibri"/>
              </a:rPr>
              <a:t>Market growth: Precision nutrition market projected to reach $150 million by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5545836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53172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Investment: $8.5 million invested in precision nutrition startups in 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196" y="5897880"/>
            <a:ext cx="5545836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0196" y="589788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7356" y="6007608"/>
            <a:ext cx="53172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Growth rate: Precision nutrition market growing at 18.2%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Precision nutrition market growth: North America accounts for up to 50% of global precision nutrition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Investment opportunities: Growing demand for personalized nutrition drives investment 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Biotech workforce growth: Strong academic and research institutions support biotech workforce development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Innovation trends: AI, genomics, and digital health drive precision nutrition innovation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Future outlook: Precision nutrition market projected to reach $150 million by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