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F4444"/>
                </a:solidFill>
                <a:latin typeface="Calibri"/>
              </a:rPr>
              <a:t>Accenture Tech Acquisition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An in-depth examination of Accenture's tech acquisitions from 2020 to 2025 and their effect on its competitive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Acquisition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Disciplined approach with 326 acquisitions from 2020 to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Investment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$6.6 billion invested in FY24 alone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AI and Digital Transformation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Expanded capabilities in AI, digital transformation, and cybersecurity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Global Leadership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Accelerated global leadership in technology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Calibri"/>
              </a:rPr>
              <a:t>Talent Development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"/>
              </a:rPr>
              <a:t>Advanced large-scale AI talent development through investments in learning platforms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2C2C2C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Context and Evolution of Accenture’s Acquisition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Increasing demand for AI, digital transformation, and cybersecurity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Competitive Landscape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Accenture's position in the market and competitive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Acquisition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Evolution of Accenture's acquisition framework and approach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Role of leadership in driving the acquisition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Culture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Impact of acquisitions on Accenture's culture and organization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Acquisition Trends and Patterns (2020–2025)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TOTAL ACQUISITIONS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326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Calibri"/>
              </a:rPr>
              <a:t>completed from 2020 to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$6.6 billion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Calibri"/>
              </a:rPr>
              <a:t>invested in FY24 alone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FOCUS DOMAINS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AI, digital transformation, cybersecurity, infrastructure, and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Calibri"/>
              </a:rPr>
              <a:t>key areas of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0A0A0"/>
                </a:solidFill>
                <a:latin typeface="Calibri"/>
              </a:rPr>
              <a:t>GROWTH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  <a:latin typeface="Calibri"/>
              </a:rPr>
              <a:t>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Calibri"/>
              </a:rPr>
              <a:t>annual growth rate of acquisitions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Major Acquisitions by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65199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52067" y="362102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2020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2359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" y="3950208"/>
            <a:ext cx="2181758" cy="2514600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" y="3950208"/>
            <a:ext cx="218175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2C2C"/>
                </a:solidFill>
                <a:latin typeface="Calibri"/>
              </a:rPr>
              <a:t>Began aggressive AI acquisition push</a:t>
            </a:r>
          </a:p>
        </p:txBody>
      </p:sp>
      <p:sp>
        <p:nvSpPr>
          <p:cNvPr id="15" name="Oval 14"/>
          <p:cNvSpPr/>
          <p:nvPr/>
        </p:nvSpPr>
        <p:spPr>
          <a:xfrm>
            <a:off x="3656685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3553" y="362102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12110" y="850392"/>
            <a:ext cx="2181758" cy="2514600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12110" y="3319272"/>
            <a:ext cx="218175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6118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2C2C"/>
                </a:solidFill>
                <a:latin typeface="Calibri"/>
              </a:rPr>
              <a:t>Acquired Halfspace and CyberCX to expand cybersecurity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3845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2110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2022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62102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3596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2023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5332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03596" y="3950208"/>
            <a:ext cx="2181758" cy="2514600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3596" y="3950208"/>
            <a:ext cx="218175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7604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2C2C"/>
                </a:solidFill>
                <a:latin typeface="Calibri"/>
              </a:rPr>
              <a:t>Acquired Altus Consulting to enhance financial services capabilities</a:t>
            </a:r>
          </a:p>
        </p:txBody>
      </p:sp>
      <p:sp>
        <p:nvSpPr>
          <p:cNvPr id="29" name="Oval 28"/>
          <p:cNvSpPr/>
          <p:nvPr/>
        </p:nvSpPr>
        <p:spPr>
          <a:xfrm>
            <a:off x="8239658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6526" y="362102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5083" y="850392"/>
            <a:ext cx="2181758" cy="2514600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5083" y="3319272"/>
            <a:ext cx="218175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9091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2C2C"/>
                </a:solidFill>
                <a:latin typeface="Calibri"/>
              </a:rPr>
              <a:t>Acquired Yumemi to expand design engineering capabilities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6818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5083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2024</a:t>
            </a:r>
          </a:p>
        </p:txBody>
      </p:sp>
      <p:sp>
        <p:nvSpPr>
          <p:cNvPr id="36" name="Oval 35"/>
          <p:cNvSpPr/>
          <p:nvPr/>
        </p:nvSpPr>
        <p:spPr>
          <a:xfrm>
            <a:off x="10531144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18012" y="362102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6569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68304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6569" y="3950208"/>
            <a:ext cx="2181758" cy="2514600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86569" y="3950208"/>
            <a:ext cx="218175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0577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C2C2C"/>
                </a:solidFill>
                <a:latin typeface="Calibri"/>
              </a:rPr>
              <a:t>Continued to invest in learning platforms and AI talent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Integration Outcomes and Organizational Realignment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Calibri"/>
              </a:rPr>
              <a:t>Integrated AI capabilities to enhance service offerings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Digital Transformation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Calibri"/>
              </a:rPr>
              <a:t>Realigned organization to support digital transformation initiatives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Cybersecurity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Calibri"/>
              </a:rPr>
              <a:t>Enhanced cybersecurity capabilities through acquisitions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Calibri"/>
              </a:rPr>
              <a:t>Developed large-scale AI talent development 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Accenture Acquisition Volume and Investment by Fiscal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FISCAL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NUMBER OF ACQUISITIONS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INVESTMENT (USD BILLION)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FOCUS DOMAINS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1.5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Mixed (incl. AI, cloud, cybersecurity)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4.2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Broad digital, AI, infrastructure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6.6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Digital, AI, cloud, industry-specific 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Calibri"/>
              </a:rPr>
              <a:t>2025 (to date)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  <a:latin typeface="Calibri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N/A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AI, learning, engineering, infrastructure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4 records  ·  4 metrics  ·  Source: Document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AI-Driven Financial Metrics FY25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Forward-Looking Acquisition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Cloud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Opportunity to expand cloud services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C2C2C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Data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Potential to enhance data analytics capabilities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Cybersecurity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Continued investment in cybersecurity solutions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AI and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Further development of AI and machine learning capabilities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Calibri"/>
              </a:rPr>
              <a:t>Digital Transformation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"/>
              </a:rPr>
              <a:t>Expansion of digital transformation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2C2C2C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Recommendations for Future Acquisition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Focus on AI and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Continued investment in AI and digital transformation initiatives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Enhance Cybersecurity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Further development of cybersecurity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Develop Large-Scale AI Talent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Continued investment in large-scale AI talent development programs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Expand Cloud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Opportunity to expand cloud services capabilities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Monitor Market 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  <a:latin typeface="Calibri"/>
              </a:rPr>
              <a:t>Continuous monitoring of market trends and competitor 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Metrics and Performance Indicators</a:t>
            </a:r>
          </a:p>
        </p:txBody>
      </p:sp>
      <p:pic>
        <p:nvPicPr>
          <p:cNvPr id="6" name="Picture 5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C2C2C"/>
                </a:solidFill>
                <a:latin typeface="Calibri"/>
              </a:rPr>
              <a:t>Accenture's Tech Acquisition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Calibri"/>
              </a:rPr>
              <a:t>Defining Moment: Accenture's tech acquisition strategy has been a defining moment in its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AI: $865 million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Digital Transformation: $5.9 billion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Cybersecurity: $2.7 billion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Accenture's tech acquisition strategy has been highly successful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 and digital transformation have been key areas of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Cybersecurity and cloud services are opportunities for future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Large-scale AI talent development is critical for future success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Continuous monitoring of market trends and competitor activity is essential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