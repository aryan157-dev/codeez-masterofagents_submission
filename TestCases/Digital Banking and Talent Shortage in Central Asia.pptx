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6BB5"/>
                </a:solidFill>
                <a:latin typeface="Calibri"/>
              </a:rPr>
              <a:t>Digital Banking and Talent Shortage in Central Asia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D2B4E"/>
                </a:solidFill>
                <a:latin typeface="Calibri"/>
              </a:rPr>
              <a:t>Exploring digital banking's role amidst talent shortages in Central Asia: investment insights, economic impact, and strategic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C0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Digital Banking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85% of transactions are cashless in Kazakhstan and Uzbekistan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Talent Shortage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Insufficient educational outputs and high attrition rates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Investment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$11.67 billion invested in digital banking in Central Asia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Growth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90.6% growth in digital banking users in Kazakhstan and Uzbekistan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2B4E"/>
                </a:solidFill>
                <a:latin typeface="Calibri"/>
              </a:rPr>
              <a:t>Challenges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C0"/>
                </a:solidFill>
                <a:latin typeface="Calibri"/>
              </a:rPr>
              <a:t>Regulatory frameworks and talent shortages hinder growth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to Digital Banking in Central Asia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Digital Banking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Led by Kazakhstan and Uzbekistan with super-app ecosystems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Growth Drivers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Increasing internet and mobile penetration, and government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Challenges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Talent shortages and regulatory frameworks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Opportunities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Investment in digital banking infrastructure and talent 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Future Outlook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Increasing adoption of digital banking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Investment Landscape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TOTAL INVESTMENT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$11.67 billion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2B4E"/>
                </a:solidFill>
                <a:latin typeface="Calibri"/>
              </a:rPr>
              <a:t>invested in digital banking in Central Asia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GROWTH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90.6%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2B4E"/>
                </a:solidFill>
                <a:latin typeface="Calibri"/>
              </a:rPr>
              <a:t>growth in digital banking users in Kazakhstan and Uzbekistan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MARKET SIZE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$2 billion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2B4E"/>
                </a:solidFill>
                <a:latin typeface="Calibri"/>
              </a:rPr>
              <a:t>size of the digital banking market in Kazakhstan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C0"/>
                </a:solidFill>
                <a:latin typeface="Calibri"/>
              </a:rPr>
              <a:t>USER 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A6BB5"/>
                </a:solidFill>
                <a:latin typeface="Calibri"/>
              </a:rPr>
              <a:t>4.3 billion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2B4E"/>
                </a:solidFill>
                <a:latin typeface="Calibri"/>
              </a:rPr>
              <a:t>number of digital banking users in Uzbekistan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Country-Specific Digital Banking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Kazakhstan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Leading digital banking market with 85% cashless transactions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Uzbekistan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Growing digital banking market with 90.6% growth in users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Kyrgyzstan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Emerging digital banking market with increasing internet penetration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Tajikistan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Developing digital banking market with government support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Challenges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Talent shortages and regulatory frameworks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Internet and Mobile Penetration in Central Asia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819144" cy="5943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681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COUNTRY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84904" y="1143000"/>
            <a:ext cx="3819144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6344" y="1234440"/>
            <a:ext cx="3681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INTERNET PENETRATION (%)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4048" y="1143000"/>
            <a:ext cx="3819144" cy="5943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5488" y="1234440"/>
            <a:ext cx="3681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MOBILE CONNECTIONS (% OF POPULATION)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819144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1051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Kazakhstan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4904" y="1737360"/>
            <a:ext cx="3819144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4632" y="181051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92.9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4048" y="1737360"/>
            <a:ext cx="3819144" cy="777240"/>
          </a:xfrm>
          <a:prstGeom prst="rect">
            <a:avLst/>
          </a:prstGeom>
          <a:solidFill>
            <a:srgbClr val="F0F4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3776" y="181051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128.0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14600"/>
            <a:ext cx="38191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58775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2B4E"/>
                </a:solidFill>
                <a:latin typeface="Calibri"/>
              </a:rPr>
              <a:t>Uzbekistan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4904" y="2514600"/>
            <a:ext cx="38191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4632" y="258775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89.0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4048" y="2514600"/>
            <a:ext cx="381914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3776" y="2587752"/>
            <a:ext cx="365455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6BB5"/>
                </a:solidFill>
                <a:latin typeface="Calibri"/>
              </a:rPr>
              <a:t>92.2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83280"/>
            <a:ext cx="11457432" cy="411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383280"/>
            <a:ext cx="73152" cy="41148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45643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AC0"/>
                </a:solidFill>
                <a:latin typeface="Calibri"/>
              </a:rPr>
              <a:t>2 records  ·  3 metrics  ·  Source: Document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Internet and Mobile Penetration in Central Asia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C0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Talent Shortage: Current State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Talent Shortage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Insufficient educational outputs and high attrition rates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Skills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Lack of skills in fintech, AI, and digital banking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Brain Drain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Migration-driven brain drain affecting talent pool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Challenges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Talent shortages hindering growth of digital banking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Opportunities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Investment in talent development and education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Strategic Recommendations for Investors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236622" cy="73152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6BB5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Invest in Talent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Develop skills in fintech, AI, and digital banking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8102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48102" y="1188720"/>
            <a:ext cx="2236622" cy="7315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3822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D2B4E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6702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3822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Invest in Digital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110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Develop digital banking 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6164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76164" y="1188720"/>
            <a:ext cx="2236622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1884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04764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1884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Partner with Local Players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172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Partner with local banks and fintechs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4227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4227" y="1188720"/>
            <a:ext cx="2236622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9947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2827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9947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Focus on Emerging Markets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8235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Focus on emerging markets in Central Asia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2289" y="1188720"/>
            <a:ext cx="2236622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32289" y="1188720"/>
            <a:ext cx="2236622" cy="73152"/>
          </a:xfrm>
          <a:prstGeom prst="rect">
            <a:avLst/>
          </a:prstGeom>
          <a:solidFill>
            <a:srgbClr val="5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78009" y="1353312"/>
            <a:ext cx="214518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5A3A3A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0889" y="2240280"/>
            <a:ext cx="1687982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8009" y="2359152"/>
            <a:ext cx="214518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2B4E"/>
                </a:solidFill>
                <a:latin typeface="Calibri"/>
              </a:rPr>
              <a:t>Monitor Regulatory Frameworks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6297" y="3063239"/>
            <a:ext cx="210860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C0"/>
                </a:solidFill>
                <a:latin typeface="Calibri"/>
              </a:rPr>
              <a:t>Monitor regulatory frameworks and adjustments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Talent Development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Education and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Develop skills in fintech, AI, and digital banking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Partner with local universities and training institutions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Mentorship Programs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Develop mentorship programs for young professionals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Internships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Offer internships to students and young professionals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Scholarships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Offer scholarships to students pursuing degrees in fintech, AI, and digital banking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D2B4E"/>
                </a:solidFill>
                <a:latin typeface="Calibri"/>
              </a:rPr>
              <a:t>Future Outlook and Projections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9AC0"/>
                </a:solidFill>
                <a:latin typeface="Calibri"/>
              </a:rPr>
              <a:t>Digital banking market to reach $7.3 billion by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85% of transactions to be cashless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5897880"/>
            <a:ext cx="54864" cy="7315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90.6% growth in digital banking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5897880"/>
            <a:ext cx="54864" cy="73152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4.3 billion digital banking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0D2B4E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Technology Infrastructure Assessment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Digital Banking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Develop digital banking infrastructure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Cybersecurity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Ensure cybersecurity measures are in place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Data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Develop data analytics capabilities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Cloud Computing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Adopt cloud computing technologies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</a:rPr>
              <a:t>Artificial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B4E"/>
                </a:solidFill>
                <a:latin typeface="Calibri"/>
              </a:rPr>
              <a:t>Adopt AI technologies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Digital banking is growing rapidly in Central Asia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Talent shortages and regulatory frameworks are challenges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Investment in talent development and digital infrastructure is necessary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Partnerships with local players are crucial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6BB5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Monitoring regulatory frameworks is essential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C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