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6BB5"/>
                </a:solidFill>
                <a:latin typeface="Calibri"/>
              </a:rPr>
              <a:t>Banking ROE Competitive Benchmarking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B4E"/>
                </a:solidFill>
                <a:latin typeface="Calibri"/>
              </a:rPr>
              <a:t>A detailed 5-year analysis on ROE and ROTE performance, examining competitiveness among Bank ABC, FAB, and GIB.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Insight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The competitive benchmarking analysis compares the Return on Equity (ROE) and 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Insight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FAB leads with a strong and consistent ROTE increase, reaching about 20% by mid-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Insight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Bank ABC shows modest ROE improvement but lacks ROTE disclosure, limiting full 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Insight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GIB maintains stable but lower ROE and ROTE, with good liquidity and risk manage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Insight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External factors such as Basel III regulatory requirements, regional economic gr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Methodology and Data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ROTE and ROE Performance Data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0F4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0F4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0F4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0F4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4E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Comparative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Bank ABC ROTE/ROE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FAB ROTE/ROE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GIB ROTE/ROE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Drivers of ROTE/ROE Differences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960120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Key point from this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68296"/>
            <a:ext cx="7845552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368296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78024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Supporting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599432"/>
            <a:ext cx="7845552" cy="2121408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99432"/>
            <a:ext cx="64008" cy="21214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54223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09160"/>
            <a:ext cx="7068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B4E"/>
                </a:solidFill>
                <a:latin typeface="Calibri"/>
              </a:rPr>
              <a:t>Additional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Annual ROTE and ROE for Bank ABC and FAB (2021–2025)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ROE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ROTE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Bank ABC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First Abu Dhabi Bank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2024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Bank ABC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2025 (H1)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First Abu Dhabi Bank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2025 (H1)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N/A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20.5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C0"/>
                </a:solidFill>
                <a:latin typeface="Calibri"/>
              </a:rPr>
              <a:t>4 records  ·  4 metrics  ·  Source: Document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Strategic insight from the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Key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Forward looking perspective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