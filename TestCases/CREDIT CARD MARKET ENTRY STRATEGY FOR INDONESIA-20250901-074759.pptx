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7C59"/>
                </a:solidFill>
                <a:latin typeface="Calibri"/>
              </a:rPr>
              <a:t>CREDIT CARD MARKET ENTRY STRATEGY FOR 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2F"/>
                </a:solidFill>
                <a:latin typeface="Calibri"/>
              </a:rPr>
              <a:t>A comprehensive analysis of market opportunities, regulatory landscape, and strategic approaches for fintech companies targeting Indonesia's credit card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Market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Indonesia's credit card market to reach $87 billion by 2029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Growth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8.8% CAGR between 2025-2029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Penetration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5% compared to regional benchmarks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Digital transformation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Driving e-commerce expansion and digital payments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Opportunity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Dual-segment opportunity in affluent and mass market segments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Indonesian Credit Card Market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Projected to grow to $87 billion by 2029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Digital transformation and e-commerce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Penetration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5% compared to regional benchmarks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Segmentation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Dual-segment opportunity in affluent and mass market segments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Regulatory environment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Comprehensive regulations from Bank Indonesia and Financial Services Authority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Market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MARKET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$87 billion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Projected size by 2029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GROWTH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8.8%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CAGR between 2025-2029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PENETRATION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Compared to regional benchmarks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DIGITAL PAYMENT ADOPTION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35%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Of total transactions by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Credit Card Penetration Rates in Southeast Asia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PENETRATION RATE 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POPULATION (MILLIONS)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CARDS PER 1,000 ADULTS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Singapore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49.2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5.9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1,560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Malaysia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29.5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33.6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850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Thailand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22.6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70.1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06908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Philippines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118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9846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8.3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4476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4204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115.6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8834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8562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84632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84632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491947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Indonesia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30118" y="484632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9846" y="491947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5.0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4476" y="484632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4204" y="491947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278.7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58834" y="484632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68562" y="491947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62356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562356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56967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Vietnam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30118" y="562356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39846" y="56967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4.1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4476" y="562356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04204" y="56967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98.2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58834" y="562356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68562" y="56967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Digital Payment Adoption in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Regulatory Environment and Entry Barriers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Regulatory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Comprehensive regulations from Bank Indonesia and Financial Services Authority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Licensing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Specific licensing requirements for fintech credit card issuers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Capital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Initial capital requirements for market entry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Ongoing compliance with regulatory requirements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Risk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Effective risk management practices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Market Entry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36622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Affluent 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Targeted marketing and product offerings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8102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8102" y="1188720"/>
            <a:ext cx="2236622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3822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702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822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Mass market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Partnerships and strategic collaborations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164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6164" y="1188720"/>
            <a:ext cx="2236622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1884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4764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Digital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Investment in digital infrastructure and technology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4227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4227" y="1188720"/>
            <a:ext cx="2236622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9947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2827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9947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Regulatory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235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Ongoing compliance with regulatory requirements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2289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2289" y="1188720"/>
            <a:ext cx="2236622" cy="73152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A3A3A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889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8009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Risk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Effective risk management practices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Financial Projections and Investment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MARKET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$87 billion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Projected size by 2029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GROWTH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8.8%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CAGR between 2025-2029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INITIAL INVESTMENT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$10 million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Required for market entry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BREAK-EVEN 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3 years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Expected break-even 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Credit Card Market Size Projections in Indonesia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TRANSACTION VALUE ($ BILLION)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ANNUAL GROWTH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CARDS IN CIRCULATION (MILLIONS)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69886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5.2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17.8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36222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436222"/>
            <a:ext cx="45720" cy="69886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09374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436222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09374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436222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09374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8.8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436222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09374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19.2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35085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135085"/>
            <a:ext cx="45720" cy="69886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208237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3135085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208237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26.3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135085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208237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3135085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208237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21.5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833948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833948"/>
            <a:ext cx="45720" cy="69886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3907100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118" y="3833948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9846" y="3907100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30.2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4476" y="3833948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4204" y="3907100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14.8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8834" y="3833948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8562" y="3907100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24.3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532811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532811"/>
            <a:ext cx="45720" cy="69886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4605963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30118" y="4532811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9846" y="4605963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35.8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4476" y="4532811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4204" y="4605963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18.5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58834" y="4532811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68562" y="4605963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27.6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231674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5231674"/>
            <a:ext cx="45720" cy="69886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5304826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30118" y="5231674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39846" y="5304826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43.6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4476" y="5231674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04204" y="5304826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21.8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58834" y="5231674"/>
            <a:ext cx="2864358" cy="69886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68562" y="5304826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31.5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930537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5930537"/>
            <a:ext cx="45720" cy="69886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6003689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2029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30118" y="5930537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39846" y="6003689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87.0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4476" y="5930537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04204" y="6003689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99.5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58834" y="5930537"/>
            <a:ext cx="2864358" cy="69886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68562" y="6003689"/>
            <a:ext cx="2699766" cy="589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36.2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Market Share Distribution in Indonesian Credit Card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 and Strategic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Market opportunity: Dual-segment opportunity in affluent and mass market segments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Regulatory compliance: Ongoing compliance with regulatory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Digital transformation: Investment in digital infrastructure and technology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Risk management: Effective risk management practices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Market entry strategy: Targeted marketing and product offerings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Indonesia's Credit Card Market Will Reach $87 Billion by 2029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Market size: $87 billion by 2029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Growth rate: 8.8%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Penetration rate: 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Digital payment adoption: 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