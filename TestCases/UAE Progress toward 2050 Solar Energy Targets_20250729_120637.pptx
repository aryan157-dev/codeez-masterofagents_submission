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UAE Progress toward 2050 Solar Energy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2F"/>
                </a:solidFill>
                <a:latin typeface="Calibri"/>
              </a:rPr>
              <a:t>A comprehensive analysis of the United Arab Emirates' solar energy development, policy framework, and strategic outlook from 2025 to 2050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Solar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3,860 MW as of mid-2025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Renewable Energy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14 GW by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Cost Competitiveness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12 fills/kWh for solar energy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Economic Benefits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Significant job creation and investment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Environmental Impact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Reduced carbon emissions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to UAE Energy Strategy 2050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UAE Energy Strategy 2050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Aims to increase renewable energy share to 50% by 2050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Solar Energy Targets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25% of total energy mix by 2050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Investment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AED 150 billion in renewable energy investments by 2050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Job Creation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Expected to create over 10,000 jobs in the solar energy sector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Environmental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Reduced carbon emissions and improved air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SOLAR CAPACITY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3,860 MW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as of mid-2025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RENEWABLE ENERGY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of total energy mix by 2050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COST COMPETITIVENESS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12 fills/kWh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for solar energy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ECONOMIC BENEFITS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AED 10 billion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in annual savings by 2050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Challenges and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High Upfront Costs: Initial investment in solar energy infrastructure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Intermittent Energy Supply: Dependence on weather conditions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Energy Storage: Limited storage capacity for excess energy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Job Creation: Opportunities for employment in the solar energy sector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26517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Environmental Benefits: Reduced carbon emissions and improved air quality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7356" y="35661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1948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Economic Benefits: Cost savings and increased energy independence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UAE Solar Capacity by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SOLAR SYSTEM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INSTALLED CAPACITY (MW)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SHARE OF TOTAL SOLAR CAPACITY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ANNUAL GENERATION (GWH)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Utility-Scale PV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3,420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88.6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6,840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Distributed PV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8.3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560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Concentrated Solar Power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**Total**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**3,860**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**100.0**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**7,780**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37760"/>
            <a:ext cx="11457432" cy="4114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937760"/>
            <a:ext cx="73152" cy="4114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01091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84"/>
                </a:solidFill>
                <a:latin typeface="Calibri"/>
              </a:rPr>
              <a:t>4 records  ·  4 metrics  ·  Source: Document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Levelized Cost of Electricity by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Drivers of Solar Energy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818638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Government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Policies and incentives for solar energy 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118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118" y="1188720"/>
            <a:ext cx="2818638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5838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Technological Advancements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4126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Improved efficiency and reduced costs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0196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1188720"/>
            <a:ext cx="2818638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8796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5916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Investment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4204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Increased investment in solar energy infrastructure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0274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0274" y="1188720"/>
            <a:ext cx="2818638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874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5994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Environmental Awareness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4282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Growing concern for climate change and sustainability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Outlook and Projections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Projected Solar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25 GW by 2050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Renewable Energy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50% of total energy mix by 2050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Economic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AED 50 billion in annual savings by 2050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Job Creation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Expected to create over 50,000 jobs in the solar energy sector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Environmental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Reduced carbon emissions and improved air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and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UAE on track to meet solar energy 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Cost competitiveness achieved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Economic benefits significant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Environmental benefits substantial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Recommendations: Continue to invest in solar energy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Performance Indicators</a:t>
            </a:r>
          </a:p>
        </p:txBody>
      </p:sp>
      <p:pic>
        <p:nvPicPr>
          <p:cNvPr id="6" name="Picture 5" descr="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Solar Energy Development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64358" cy="5486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Policy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Supporting policies and regulations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4126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4126" y="1097280"/>
            <a:ext cx="2864358" cy="5486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278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Infrastructure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278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2142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Investment in solar energy 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492" y="1097280"/>
            <a:ext cx="2864358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Technological Advancements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5644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Improved efficiency and reduced costs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0858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0858" y="1097280"/>
            <a:ext cx="2864358" cy="54864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010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International Cooperation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4010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8874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Collaboration with international organizations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UAE to Reach 25% Renewable Energy Share by 2050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UAE to reach 25% renewable energy share by 2050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Solar energy to play a significant 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Economic benefits to reach AED 50 billion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Environmental benefits to reduce carbon emissions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