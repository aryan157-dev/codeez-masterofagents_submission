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6BB5"/>
                </a:solidFill>
                <a:latin typeface="Calibri"/>
              </a:rPr>
              <a:t>AI Bubble: Detection, Prevention, and Investment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B4E"/>
                </a:solidFill>
                <a:latin typeface="Calibri"/>
              </a:rPr>
              <a:t>A comprehensive guide on global AI bubble risks, sustainable investments, and strategic recommendations for policymakers and investors.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Market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Global AI investments reached $100B in 2022, with 55.0% growth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Key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Narrative dominance and market concentration drive AI bubble risks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Risk factor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Compute-driven capex cycles and platform dependency exacerbate overheating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Investment strategy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Sustainable AI investments focus on frontier models and infrastructure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Regulatory environment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EU AI Act and other regulations impact AI development and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to the AI Bubble 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AI bubble refers to the overvaluation of AI companies and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Speculative investments, hype, and lack of understanding of AI capabilities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Consequences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Bursting of the AI bubble could lead to significant economic losses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Implications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AI bubble risks impact not only investors but also the broader economy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Mitigation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Strategies to prevent or mitigate the AI bubble are crucial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Global AI Investment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TOTAL INVESTMENTS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$100B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Total AI investments in 2022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55.0%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Annual growth rate of AI investments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MARKET SHARE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40.0%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Share of AI investments in the 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NUMBER OF DEALS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1000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Number of AI-related deals in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Comparison of AI and Dot-Com Bubbles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BUBBLE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Speculative investments: High levels of speculative investments in both AI and dot-com bubbles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64008" cy="80467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Market concentration: Concentration of market power in a few large companies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Lack of understanding: Lack of understanding of the underlying technology and its potential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DOT-COM BUBBLE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Regulatory environment: Different regulatory environments for AI and dot-com bubbles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6517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2651760"/>
            <a:ext cx="64008" cy="8046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Consequences: Potential consequences of the bursting of the AI bubble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35661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7356" y="3566160"/>
            <a:ext cx="64008" cy="8046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1948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Investment strategies: Different investment strategies for AI and dot-com bubbles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Selected AI Investment Indicators by Geography and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Illustrative Valuation and Funding Concentration Signals in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VALUE (UNITS)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Public equities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Nvidia market capitalization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4,335,000,000,000.00 USD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January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Public equities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Nvidia market capitalization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4,604,261,424,163.84 USD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January 07.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Private markets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Global private AI funding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100,400,000,000.00 USD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29184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2024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Private markets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Global private AI funding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225,800,000,000.00 USD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2025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37760"/>
            <a:ext cx="11457432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937760"/>
            <a:ext cx="73152" cy="41148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01091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C0"/>
                </a:solidFill>
                <a:latin typeface="Calibri"/>
              </a:rPr>
              <a:t>4 records  ·  4 metrics  ·  Source: Document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Investor Risk Assessment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818638" cy="7315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6BB5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Identify potential risks and their likelihood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118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118" y="1188720"/>
            <a:ext cx="2818638" cy="7315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5838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D2B4E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Risk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4126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Develop strategies to mitigate identified risks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0196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1188720"/>
            <a:ext cx="2818638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8796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5916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Investment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4204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Adjust investment strategy based on risk assessment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0274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0274" y="1188720"/>
            <a:ext cx="2818638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874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5994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4282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Continuously monitor and update risk assessment and investment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Sustainable AI Investment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Long-term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Focus on long-term growth and sustainability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Diversification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Diversify investments to minimize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ESG considerations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Consider environmental, social, and governance factors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Active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Engage with companies to promote sustainable practices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Continuously monitor and evaluate investment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D2B4E"/>
                </a:solidFill>
                <a:latin typeface="Calibri"/>
              </a:rPr>
              <a:t>AI Bubble Burst Could Lead to 69.000% Losses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C0"/>
                </a:solidFill>
                <a:latin typeface="Calibri"/>
              </a:rPr>
              <a:t>Losses: Potential losses of 69.000% in the event of an AI bubble burst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Risk: High risk of significant economic losses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Mitigation: Strategies to mitigate potential losses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Investment strategy: Adjust investment strategy to minimize potential losses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AI bubble risks: Potential risks and consequences of the AI bubble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Investment strategies: Strategies to mitigate potential losses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Regulatory environment: Importance of regulatory environment in AI development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Sustainable investments: Principles for sustainable AI investments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Monitoring: Continuously monitor and evaluate investment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Metrics for AI Investments</a:t>
            </a:r>
          </a:p>
        </p:txBody>
      </p:sp>
      <p:pic>
        <p:nvPicPr>
          <p:cNvPr id="6" name="Picture 5" descr="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Investor strategy: Diversify investments to minimize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Regulatory environment: Promote regulatory environment that supports AI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Sustainable investments: Focus on sustainable AI investments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Monitoring: Continuously monitor and evaluate investment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